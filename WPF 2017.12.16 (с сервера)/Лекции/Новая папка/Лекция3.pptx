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354E0-CFC8-48CF-BE82-E48B4AA187A3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52C37-0406-4FE3-BEA6-F480171D372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Работа с изображениями </a:t>
            </a:r>
            <a:br>
              <a:rPr lang="ru-RU" b="1" i="0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Image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InkCanvas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472518" cy="6429420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Image</a:t>
            </a:r>
            <a:r>
              <a:rPr lang="en-US" b="1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предназначен для работы с изображениями</a:t>
            </a:r>
            <a:endParaRPr lang="ru-RU" b="1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Свойство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Source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задать путь к изображению, например: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Image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Source=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myPhoto.jpg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WPF поддерживает различны форматы изображений: .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bmp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.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png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.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gif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.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jpg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 т.д.</a:t>
            </a: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&lt;Grid Background="Black"&gt;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Width="2.5*"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Width="*"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&lt;Image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="0" x:Name="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mainImage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Image.Source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FormatConvertedBitmap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Source="3.jpg"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DestinationFormat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="Gray32Float"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Image.Source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&lt;/Image&gt;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&lt;Image Source="1.jpg"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&lt;Image Source="2.jpg"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&lt;Image Source="4.jpg"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&lt;Image Source="3.jpg"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&lt;/Grid&gt;</a:t>
            </a:r>
          </a:p>
          <a:p>
            <a:endParaRPr lang="ru-RU" dirty="0"/>
          </a:p>
        </p:txBody>
      </p:sp>
      <p:pic>
        <p:nvPicPr>
          <p:cNvPr id="40962" name="Picture 2" descr="Элемент Image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4" y="4000500"/>
            <a:ext cx="3048000" cy="285750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6357950" y="1928802"/>
            <a:ext cx="27860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с помощью объекта </a:t>
            </a:r>
            <a:r>
              <a:rPr lang="ru-RU" sz="1400" b="1" dirty="0" err="1" smtClean="0">
                <a:solidFill>
                  <a:srgbClr val="000000"/>
                </a:solidFill>
                <a:latin typeface="verdana"/>
              </a:rPr>
              <a:t>FormatConvertedBitmap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 и его свойства</a:t>
            </a:r>
            <a:r>
              <a:rPr lang="en-US" sz="14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400" b="1" dirty="0" err="1" smtClean="0">
                <a:solidFill>
                  <a:srgbClr val="000000"/>
                </a:solidFill>
                <a:latin typeface="verdana"/>
              </a:rPr>
              <a:t>DestinationFormat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 можно получить новое изображение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 flipV="1">
            <a:off x="3357554" y="2857496"/>
            <a:ext cx="2357454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329246" cy="796908"/>
          </a:xfrm>
        </p:spPr>
        <p:txBody>
          <a:bodyPr>
            <a:normAutofit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InkCanvas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4"/>
            <a:ext cx="5900750" cy="4983179"/>
          </a:xfrm>
        </p:spPr>
        <p:txBody>
          <a:bodyPr>
            <a:normAutofit fontScale="55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представляет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собой полотно, на котором можно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рисовать</a:t>
            </a: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Background=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LightCyan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/&gt;</a:t>
            </a:r>
            <a:endParaRPr lang="en-US" b="0" i="0" dirty="0" smtClean="0">
              <a:solidFill>
                <a:srgbClr val="000000"/>
              </a:solidFill>
              <a:latin typeface="Consolas"/>
            </a:endParaRPr>
          </a:p>
          <a:p>
            <a:pPr fontAlgn="base"/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Либо мы можем вложить 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какое-нибудь изображение и на нем уже рисовать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Image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Source=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"2.jpg" 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Width=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"300"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Height=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"250" 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en-US" b="0" i="0" dirty="0" smtClean="0">
              <a:solidFill>
                <a:srgbClr val="000000"/>
              </a:solidFill>
              <a:latin typeface="Consolas"/>
            </a:endParaRPr>
          </a:p>
          <a:p>
            <a:pPr fontAlgn="base"/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Все рисование в итоге представляется в виде штрихов - элементов класса </a:t>
            </a:r>
            <a:r>
              <a:rPr lang="ru-RU" dirty="0" err="1" smtClean="0"/>
              <a:t>System.Windows.Ink.Stroke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 хранится в коллекции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Strokes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определенной в классе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  <a:endParaRPr lang="ru-RU" dirty="0"/>
          </a:p>
        </p:txBody>
      </p:sp>
      <p:pic>
        <p:nvPicPr>
          <p:cNvPr id="39938" name="Picture 2" descr="Элемент InkCanvas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214290"/>
            <a:ext cx="2857500" cy="25717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Режим рисования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55000" lnSpcReduction="20000"/>
          </a:bodyPr>
          <a:lstStyle/>
          <a:p>
            <a:r>
              <a:rPr lang="ru-RU" b="1" i="0" dirty="0" err="1" smtClean="0">
                <a:solidFill>
                  <a:srgbClr val="FF0000"/>
                </a:solidFill>
                <a:latin typeface="verdana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имеет несколько режимов, они задаются с помощью свойства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EditingMode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значения для которого берутся из перечисления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InkCanvasEditingMode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значения: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используется по умолчанию и предполагает рисование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стилусом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или мышью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InkAndGesture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рисование с помощью мыши/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стилуса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а также с помощью жестов 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Up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Tap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 др.)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GestureOnly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рисование только с помощью жестов пользователя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EraseByStroke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стирание всего штриха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стилусом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EraseByPoint</a:t>
            </a:r>
            <a:r>
              <a:rPr lang="en-US" b="1" i="0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стирание только части штриха, к которой прикоснулся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стилус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Select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выделение всех штрихов при касании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None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отсутствие какого-либо действия</a:t>
            </a:r>
          </a:p>
          <a:p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Используя эти значения и обрабатывая события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такие как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StrokeCollected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(штрих нарисован),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StrokeErased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(штрих стерли) и др., можно управлять набором штрихов и создавать более функциональные приложения на основе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InkCanvas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</Words>
  <Application>Microsoft Office PowerPoint</Application>
  <PresentationFormat>Экран (4:3)</PresentationFormat>
  <Paragraphs>49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Работа с изображениями  </vt:lpstr>
      <vt:lpstr>Слайд 2</vt:lpstr>
      <vt:lpstr>InkCanvas</vt:lpstr>
      <vt:lpstr>Режим рисования</vt:lpstr>
    </vt:vector>
  </TitlesOfParts>
  <Company>iit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изображениями. Image и InkCanvas </dc:title>
  <dc:creator>spfuser</dc:creator>
  <cp:lastModifiedBy>spfuser</cp:lastModifiedBy>
  <cp:revision>3</cp:revision>
  <dcterms:created xsi:type="dcterms:W3CDTF">2016-12-08T18:05:30Z</dcterms:created>
  <dcterms:modified xsi:type="dcterms:W3CDTF">2016-12-09T15:40:40Z</dcterms:modified>
</cp:coreProperties>
</file>